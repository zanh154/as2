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CHUONG 3: LAP TRINH HUONG DOI TUONG NAO CAO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Design Patterns va SOLID Principles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Nguyen ly SOLID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 - Single Responsibility: Mot class chi co mot ly do de thay doi</a:t>
            </a:r>
          </a:p>
          <a:p>
            <a:r>
              <a:t>O - Open/Closed: Mo de mo rong, dong de chinh sua</a:t>
            </a:r>
          </a:p>
          <a:p>
            <a:r>
              <a:t>L - Liskov Substitution: Lop con the thay the lop cha</a:t>
            </a:r>
          </a:p>
          <a:p>
            <a:r>
              <a:t>I - Interface Segregation: Nhieu interface rieng tot hon mot interface lon</a:t>
            </a:r>
          </a:p>
          <a:p>
            <a:r>
              <a:t>D - Dependency Inversion: Phu thuoc vao abstraction, khong phu thuoc vao concretions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 Phuong Bien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Creational: Singleton, Factory, Builder</a:t>
            </a:r>
          </a:p>
          <a:p>
            <a:r>
              <a:t>Structural: Adapter, Decorator, Facade</a:t>
            </a:r>
          </a:p>
          <a:p>
            <a:r>
              <a:t>Behavioral: Observer, Strategy, Command</a:t>
            </a:r>
          </a:p>
          <a:p>
            <a:r>
              <a:t>Vi du: Singleton dam bao chi co 1 instance cua class ConfigManager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 la ky thuat cung cap dependency cho class tu ben ngoai thay vi class tu tao.</a:t>
            </a:r>
          </a:p>
          <a:p>
            <a:r>
              <a:t>Constructor Injection: Dependency duoc truyen qua constructor</a:t>
            </a:r>
          </a:p>
          <a:p>
            <a:r>
              <a:t>Property Injection: Dependency duoc gan qua property</a:t>
            </a:r>
          </a:p>
          <a:p>
            <a:r>
              <a:t>Method Injection: Dependency duoc truyen qua method parameter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Tong 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 dung SOLID de viet code de maintain, test, mo rong.</a:t>
            </a:r>
          </a:p>
          <a:p>
            <a:r>
              <a:t>Su dung Design Patterns dung cho dung van de.</a:t>
            </a:r>
          </a:p>
          <a:p>
            <a:r>
              <a:t>DI de giam coupling, tang testability.</a:t>
            </a:r>
          </a:p>
          <a:p>
            <a:r>
              <a:t>Ket hop SOLID + Patterns + DI = Code clean, scalable.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